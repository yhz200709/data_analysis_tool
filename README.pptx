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custDataLst>
    <p:tags r:id="rId13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gs" Target="tags/tag70.xml"/><Relationship Id="rId12" Type="http://schemas.openxmlformats.org/officeDocument/2006/relationships/tableStyles" Target="tableStyles.xml"/><Relationship Id="rId11" Type="http://schemas.openxmlformats.org/officeDocument/2006/relationships/viewProps" Target="viewProps.xml"/><Relationship Id="rId10" Type="http://schemas.openxmlformats.org/officeDocument/2006/relationships/presProps" Target="pres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4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5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6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8.xml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/>
          <p:cNvSpPr txBox="1"/>
          <p:nvPr/>
        </p:nvSpPr>
        <p:spPr>
          <a:xfrm>
            <a:off x="751205" y="419100"/>
            <a:ext cx="5427980" cy="7137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4800"/>
              <a:t>data_analysis_tool:</a:t>
            </a:r>
            <a:endParaRPr lang="zh-CN" altLang="en-US" sz="4800"/>
          </a:p>
        </p:txBody>
      </p:sp>
      <p:sp>
        <p:nvSpPr>
          <p:cNvPr id="6" name="文本框 5"/>
          <p:cNvSpPr txBox="1"/>
          <p:nvPr/>
        </p:nvSpPr>
        <p:spPr>
          <a:xfrm>
            <a:off x="751205" y="1460500"/>
            <a:ext cx="8924925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800">
                <a:sym typeface="+mn-ea"/>
              </a:rPr>
              <a:t>数学建模数据分析辅助工具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751205" y="3999865"/>
            <a:ext cx="8924925" cy="9632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在</a:t>
            </a:r>
            <a:r>
              <a:rPr lang="zh-CN" altLang="en-US"/>
              <a:t>使用前：</a:t>
            </a:r>
            <a:endParaRPr lang="zh-CN" altLang="en-US"/>
          </a:p>
          <a:p>
            <a:r>
              <a:rPr lang="zh-CN" altLang="en-US"/>
              <a:t>下载</a:t>
            </a:r>
            <a:r>
              <a:rPr lang="en-US" altLang="zh-CN"/>
              <a:t>PySide6</a:t>
            </a:r>
            <a:r>
              <a:rPr lang="zh-CN" altLang="en-US"/>
              <a:t>库：</a:t>
            </a:r>
            <a:r>
              <a:rPr lang="en-US" altLang="zh-CN"/>
              <a:t>pip install PySide6 -i https://pypi.tuna.tsinghua.edu.cn/simple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51205" y="3106420"/>
            <a:ext cx="77870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一个面向数学建模竞赛的数据分析工具，包含基本统计信息，图像绘制，随机森林及其他分析</a:t>
            </a:r>
            <a:r>
              <a:rPr lang="zh-CN" altLang="en-US"/>
              <a:t>方法。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34085" y="427990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使用方法：</a:t>
            </a:r>
            <a:endParaRPr lang="zh-CN" altLang="en-US" sz="2400"/>
          </a:p>
        </p:txBody>
      </p:sp>
      <p:sp>
        <p:nvSpPr>
          <p:cNvPr id="6" name="文本框 5"/>
          <p:cNvSpPr txBox="1"/>
          <p:nvPr/>
        </p:nvSpPr>
        <p:spPr>
          <a:xfrm>
            <a:off x="934085" y="1209675"/>
            <a:ext cx="5684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1.</a:t>
            </a:r>
            <a:r>
              <a:rPr lang="zh-CN" altLang="en-US"/>
              <a:t>用</a:t>
            </a:r>
            <a:r>
              <a:rPr lang="en-US" altLang="zh-CN"/>
              <a:t>python</a:t>
            </a:r>
            <a:r>
              <a:rPr lang="zh-CN" altLang="en-US"/>
              <a:t>编译器打开文件（此处用</a:t>
            </a:r>
            <a:r>
              <a:rPr lang="en-US" altLang="zh-CN"/>
              <a:t>pycharm</a:t>
            </a:r>
            <a:r>
              <a:rPr lang="zh-CN" altLang="en-US"/>
              <a:t>演示），在下载好所需库后直接运行即可（有延迟属正常</a:t>
            </a:r>
            <a:r>
              <a:rPr lang="zh-CN" altLang="en-US"/>
              <a:t>现象）</a:t>
            </a:r>
            <a:endParaRPr lang="zh-CN" altLang="en-US"/>
          </a:p>
        </p:txBody>
      </p:sp>
      <p:pic>
        <p:nvPicPr>
          <p:cNvPr id="7" name="图片 6" descr="屏幕截图 2026-09-10 222925"/>
          <p:cNvPicPr>
            <a:picLocks noChangeAspect="1"/>
          </p:cNvPicPr>
          <p:nvPr/>
        </p:nvPicPr>
        <p:blipFill>
          <a:blip r:embed="rId1"/>
          <a:srcRect l="17111" t="-151" r="-5655" b="49200"/>
          <a:stretch>
            <a:fillRect/>
          </a:stretch>
        </p:blipFill>
        <p:spPr>
          <a:xfrm>
            <a:off x="934085" y="2067560"/>
            <a:ext cx="7824470" cy="428879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1209675"/>
            <a:ext cx="56845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2.</a:t>
            </a:r>
            <a:r>
              <a:rPr lang="zh-CN" altLang="en-US">
                <a:sym typeface="+mn-ea"/>
              </a:rPr>
              <a:t>读取表格文件（支持</a:t>
            </a:r>
            <a:r>
              <a:rPr lang="en-US" altLang="zh-CN">
                <a:sym typeface="+mn-ea"/>
              </a:rPr>
              <a:t>excel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csv</a:t>
            </a:r>
            <a:r>
              <a:rPr lang="zh-CN" altLang="en-US">
                <a:sym typeface="+mn-ea"/>
              </a:rPr>
              <a:t>）</a:t>
            </a:r>
            <a:endParaRPr lang="zh-CN" altLang="en-US"/>
          </a:p>
        </p:txBody>
      </p:sp>
      <p:pic>
        <p:nvPicPr>
          <p:cNvPr id="3" name="图片 2" descr="屏幕截图 2026-09-10 2225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881505"/>
            <a:ext cx="5901690" cy="463423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746760"/>
            <a:ext cx="64084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3.</a:t>
            </a:r>
            <a:r>
              <a:rPr lang="zh-CN" altLang="en-US"/>
              <a:t>浏览统计</a:t>
            </a:r>
            <a:r>
              <a:rPr lang="zh-CN" altLang="en-US"/>
              <a:t>数据</a:t>
            </a:r>
            <a:endParaRPr lang="zh-CN" altLang="en-US"/>
          </a:p>
          <a:p>
            <a:r>
              <a:rPr lang="zh-CN" altLang="en-US"/>
              <a:t>包含行数，列数，空值等，右上角按钮可把结果导出为</a:t>
            </a:r>
            <a:r>
              <a:rPr lang="zh-CN" altLang="en-US"/>
              <a:t>表格</a:t>
            </a:r>
            <a:endParaRPr lang="zh-CN" altLang="en-US"/>
          </a:p>
        </p:txBody>
      </p:sp>
      <p:pic>
        <p:nvPicPr>
          <p:cNvPr id="3" name="图片 2" descr="屏幕截图 2026-09-10 22254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743710"/>
            <a:ext cx="6235700" cy="489585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675005"/>
            <a:ext cx="842835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4.</a:t>
            </a:r>
            <a:r>
              <a:rPr lang="zh-CN" altLang="en-US"/>
              <a:t>图像</a:t>
            </a:r>
            <a:r>
              <a:rPr lang="zh-CN" altLang="en-US"/>
              <a:t>绘制</a:t>
            </a:r>
            <a:endParaRPr lang="zh-CN" altLang="en-US"/>
          </a:p>
          <a:p>
            <a:r>
              <a:rPr lang="zh-CN" altLang="en-US"/>
              <a:t>在右侧选取需要的</a:t>
            </a:r>
            <a:r>
              <a:rPr lang="en-US" altLang="zh-CN"/>
              <a:t>X</a:t>
            </a:r>
            <a:r>
              <a:rPr lang="zh-CN" altLang="en-US"/>
              <a:t>和</a:t>
            </a:r>
            <a:r>
              <a:rPr lang="en-US" altLang="zh-CN"/>
              <a:t>Y</a:t>
            </a:r>
            <a:r>
              <a:rPr lang="zh-CN" altLang="en-US"/>
              <a:t>列，绘制散点图还可以增加颜色标尺（已过滤非数值列），再在左下角选择需要的类型即可，左下角按钮可导出图像为</a:t>
            </a:r>
            <a:r>
              <a:rPr lang="en-US" altLang="zh-CN"/>
              <a:t>PNG</a:t>
            </a:r>
            <a:r>
              <a:rPr lang="zh-CN" altLang="en-US"/>
              <a:t>图片</a:t>
            </a:r>
            <a:endParaRPr lang="zh-CN" altLang="en-US"/>
          </a:p>
        </p:txBody>
      </p:sp>
      <p:pic>
        <p:nvPicPr>
          <p:cNvPr id="2" name="图片 1" descr="屏幕截图 2026-09-10 22255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701800"/>
            <a:ext cx="5161915" cy="4079240"/>
          </a:xfrm>
          <a:prstGeom prst="rect">
            <a:avLst/>
          </a:prstGeom>
        </p:spPr>
      </p:pic>
      <p:pic>
        <p:nvPicPr>
          <p:cNvPr id="4" name="图片 3" descr="屏幕截图 2026-09-10 2226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701800"/>
            <a:ext cx="5923280" cy="4094480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934085" y="746760"/>
            <a:ext cx="568452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5.</a:t>
            </a:r>
            <a:r>
              <a:rPr lang="zh-CN" altLang="en-US"/>
              <a:t>高级统计</a:t>
            </a:r>
            <a:r>
              <a:rPr lang="zh-CN" altLang="en-US"/>
              <a:t>方法</a:t>
            </a:r>
            <a:endParaRPr lang="zh-CN" altLang="en-US"/>
          </a:p>
          <a:p>
            <a:r>
              <a:rPr lang="zh-CN" altLang="en-US"/>
              <a:t>操作与</a:t>
            </a:r>
            <a:r>
              <a:rPr lang="en-US" altLang="zh-CN"/>
              <a:t>4</a:t>
            </a:r>
            <a:r>
              <a:rPr lang="zh-CN" altLang="en-US"/>
              <a:t>相同，点击</a:t>
            </a:r>
            <a:r>
              <a:rPr lang="en-US" altLang="zh-CN"/>
              <a:t>“</a:t>
            </a:r>
            <a:r>
              <a:rPr lang="zh-CN" altLang="en-US"/>
              <a:t>帮助</a:t>
            </a:r>
            <a:r>
              <a:rPr lang="en-US" altLang="zh-CN"/>
              <a:t>”</a:t>
            </a:r>
            <a:r>
              <a:rPr lang="zh-CN" altLang="en-US"/>
              <a:t>可以展示</a:t>
            </a:r>
            <a:r>
              <a:rPr lang="zh-CN" altLang="en-US"/>
              <a:t>部分参数的意义</a:t>
            </a:r>
            <a:endParaRPr lang="en-US" altLang="zh-CN"/>
          </a:p>
        </p:txBody>
      </p:sp>
      <p:pic>
        <p:nvPicPr>
          <p:cNvPr id="2" name="图片 1" descr="屏幕截图 2026-09-10 22263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4085" y="1617980"/>
            <a:ext cx="6673850" cy="524002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49325" y="703580"/>
            <a:ext cx="732663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</a:t>
            </a:r>
            <a:r>
              <a:rPr lang="zh-CN" altLang="en-US"/>
              <a:t>日志：</a:t>
            </a:r>
            <a:endParaRPr lang="zh-CN" altLang="en-US"/>
          </a:p>
          <a:p>
            <a:r>
              <a:rPr lang="en-US" altLang="zh-CN"/>
              <a:t>2026.06.02</a:t>
            </a:r>
            <a:r>
              <a:rPr lang="zh-CN" altLang="en-US"/>
              <a:t>：</a:t>
            </a:r>
            <a:r>
              <a:rPr lang="en-US" altLang="zh-CN"/>
              <a:t>V3.0.0</a:t>
            </a:r>
            <a:r>
              <a:rPr lang="zh-CN" altLang="en-US"/>
              <a:t>上线，包含基础</a:t>
            </a:r>
            <a:r>
              <a:rPr lang="zh-CN" altLang="en-US"/>
              <a:t>功能。</a:t>
            </a:r>
            <a:endParaRPr lang="zh-CN" altLang="en-US"/>
          </a:p>
          <a:p>
            <a:r>
              <a:rPr lang="en-US" altLang="zh-CN"/>
              <a:t>2026.09.08</a:t>
            </a:r>
            <a:r>
              <a:rPr lang="zh-CN" altLang="en-US"/>
              <a:t>：</a:t>
            </a:r>
            <a:r>
              <a:rPr lang="en-US" altLang="zh-CN"/>
              <a:t>V3.1.0</a:t>
            </a:r>
            <a:r>
              <a:rPr lang="zh-CN" altLang="en-US"/>
              <a:t>，新增散点图的彩色绘制</a:t>
            </a:r>
            <a:r>
              <a:rPr lang="zh-CN" altLang="en-US"/>
              <a:t>功能。</a:t>
            </a:r>
            <a:endParaRPr lang="zh-CN" altLang="en-US"/>
          </a:p>
          <a:p>
            <a:r>
              <a:rPr lang="en-US" altLang="zh-CN"/>
              <a:t>2026.09.09</a:t>
            </a:r>
            <a:r>
              <a:rPr lang="zh-CN" altLang="en-US"/>
              <a:t>：</a:t>
            </a:r>
            <a:r>
              <a:rPr lang="en-US" altLang="zh-CN"/>
              <a:t>V4.0.0</a:t>
            </a:r>
            <a:r>
              <a:rPr lang="zh-CN" altLang="en-US"/>
              <a:t>，优化界面生成逻辑，减少卡顿，美化</a:t>
            </a:r>
            <a:r>
              <a:rPr lang="en-US" altLang="zh-CN"/>
              <a:t>ui</a:t>
            </a:r>
            <a:r>
              <a:rPr lang="zh-CN" altLang="en-US"/>
              <a:t>，增强了互动反馈，新增数据清洗，结果导出，文件路径和窗口大小记忆</a:t>
            </a:r>
            <a:r>
              <a:rPr lang="zh-CN" altLang="en-US"/>
              <a:t>功能。</a:t>
            </a:r>
            <a:endParaRPr lang="zh-CN" altLang="en-US"/>
          </a:p>
          <a:p>
            <a:r>
              <a:rPr lang="en-US" altLang="zh-CN"/>
              <a:t>2026.09.10</a:t>
            </a:r>
            <a:r>
              <a:rPr lang="zh-CN" altLang="en-US"/>
              <a:t>：</a:t>
            </a:r>
            <a:r>
              <a:rPr lang="en-US" altLang="zh-CN"/>
              <a:t>V4.1.0</a:t>
            </a:r>
            <a:r>
              <a:rPr lang="zh-CN" altLang="en-US"/>
              <a:t>，新增箱线图和热力图的绘制功能，允许在代码的常数区修改随机森林方法的参数，提高了程序的稳定</a:t>
            </a:r>
            <a:r>
              <a:rPr lang="zh-CN" altLang="en-US"/>
              <a:t>性，处理了部分冗余</a:t>
            </a:r>
            <a:r>
              <a:rPr lang="zh-CN" altLang="en-US"/>
              <a:t>代码。</a:t>
            </a:r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299],&quot;65&quot;:[20205081]}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0.xml><?xml version="1.0" encoding="utf-8"?>
<p:tagLst xmlns:p="http://schemas.openxmlformats.org/presentationml/2006/main">
  <p:tag name="resource_record_key" val="{&quot;10&quot;:[50062299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583</Words>
  <Application>WPS 演示</Application>
  <PresentationFormat>宽屏</PresentationFormat>
  <Paragraphs>31</Paragraphs>
  <Slides>7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5" baseType="lpstr">
      <vt:lpstr>Arial</vt:lpstr>
      <vt:lpstr>宋体</vt:lpstr>
      <vt:lpstr>Wingdings</vt:lpstr>
      <vt:lpstr>Wingdings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WPS_1755949099</cp:lastModifiedBy>
  <cp:revision>162</cp:revision>
  <dcterms:created xsi:type="dcterms:W3CDTF">2019-06-19T02:08:00Z</dcterms:created>
  <dcterms:modified xsi:type="dcterms:W3CDTF">2026-09-10T15:31:33Z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607FE8844B964307BBC0571E13BB3796_11</vt:lpwstr>
  </property>
</Properties>
</file>