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51205" y="419100"/>
            <a:ext cx="5427980" cy="713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800"/>
              <a:t>data_analysis_tool:</a:t>
            </a:r>
            <a:endParaRPr lang="zh-CN" altLang="en-US" sz="4800"/>
          </a:p>
        </p:txBody>
      </p:sp>
      <p:sp>
        <p:nvSpPr>
          <p:cNvPr id="6" name="文本框 5"/>
          <p:cNvSpPr txBox="1"/>
          <p:nvPr/>
        </p:nvSpPr>
        <p:spPr>
          <a:xfrm>
            <a:off x="751205" y="1460500"/>
            <a:ext cx="892492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ym typeface="+mn-ea"/>
              </a:rPr>
              <a:t>数学建模数据分析辅助工具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1205" y="3999865"/>
            <a:ext cx="8924925" cy="963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</a:t>
            </a:r>
            <a:r>
              <a:rPr lang="zh-CN" altLang="en-US"/>
              <a:t>使用前：</a:t>
            </a:r>
            <a:endParaRPr lang="zh-CN" altLang="en-US"/>
          </a:p>
          <a:p>
            <a:r>
              <a:rPr lang="zh-CN" altLang="en-US"/>
              <a:t>下载</a:t>
            </a:r>
            <a:r>
              <a:rPr lang="en-US" altLang="zh-CN"/>
              <a:t>PySide6</a:t>
            </a:r>
            <a:r>
              <a:rPr lang="zh-CN" altLang="en-US"/>
              <a:t>库：</a:t>
            </a:r>
            <a:r>
              <a:rPr lang="en-US" altLang="zh-CN"/>
              <a:t>pip install PySide6 -i https://pypi.tuna.tsinghua.edu.cn/simple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1205" y="3106420"/>
            <a:ext cx="7787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一个面向数学建模竞赛的数据分析工具，包含基本统计信息，图像绘制，随机森林及其他分析</a:t>
            </a:r>
            <a:r>
              <a:rPr lang="zh-CN" altLang="en-US"/>
              <a:t>方法。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34085" y="4279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使用方法：</a:t>
            </a:r>
            <a:endParaRPr lang="zh-CN" altLang="en-US" sz="2400"/>
          </a:p>
        </p:txBody>
      </p:sp>
      <p:pic>
        <p:nvPicPr>
          <p:cNvPr id="5" name="图片 4" descr="屏幕截图 2026-06-04 2259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2565400"/>
            <a:ext cx="9119870" cy="3657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4085" y="1209675"/>
            <a:ext cx="5684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用</a:t>
            </a:r>
            <a:r>
              <a:rPr lang="en-US" altLang="zh-CN"/>
              <a:t>python</a:t>
            </a:r>
            <a:r>
              <a:rPr lang="zh-CN" altLang="en-US"/>
              <a:t>编译器打开文件（此处用</a:t>
            </a:r>
            <a:r>
              <a:rPr lang="en-US" altLang="zh-CN"/>
              <a:t>pycharm</a:t>
            </a:r>
            <a:r>
              <a:rPr lang="zh-CN" altLang="en-US"/>
              <a:t>演示），在下载好所需库后直接运行即可（有延迟属正常</a:t>
            </a:r>
            <a:r>
              <a:rPr lang="zh-CN" altLang="en-US"/>
              <a:t>现象）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934085" y="1209675"/>
            <a:ext cx="5684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读取表格文件（支持</a:t>
            </a:r>
            <a:r>
              <a:rPr lang="en-US" altLang="zh-CN">
                <a:sym typeface="+mn-ea"/>
              </a:rPr>
              <a:t>excel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csv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pic>
        <p:nvPicPr>
          <p:cNvPr id="2" name="图片 1" descr="屏幕截图 2026-06-04 224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2426970"/>
            <a:ext cx="4890770" cy="3082925"/>
          </a:xfrm>
          <a:prstGeom prst="rect">
            <a:avLst/>
          </a:prstGeom>
        </p:spPr>
      </p:pic>
      <p:pic>
        <p:nvPicPr>
          <p:cNvPr id="8" name="图片 7" descr="屏幕截图 2026-06-04 2245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185" y="2429510"/>
            <a:ext cx="4886960" cy="30803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934085" y="746760"/>
            <a:ext cx="5684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浏览统计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zh-CN" altLang="en-US"/>
              <a:t>包含行数，列数，空值</a:t>
            </a:r>
            <a:r>
              <a:rPr lang="zh-CN" altLang="en-US"/>
              <a:t>等</a:t>
            </a:r>
            <a:endParaRPr lang="zh-CN" altLang="en-US"/>
          </a:p>
        </p:txBody>
      </p:sp>
      <p:pic>
        <p:nvPicPr>
          <p:cNvPr id="2" name="图片 1" descr="屏幕截图 2026-06-04 2245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927860"/>
            <a:ext cx="6948170" cy="43789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934085" y="675005"/>
            <a:ext cx="73787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图像</a:t>
            </a:r>
            <a:r>
              <a:rPr lang="zh-CN" altLang="en-US"/>
              <a:t>绘制</a:t>
            </a:r>
            <a:endParaRPr lang="zh-CN" altLang="en-US"/>
          </a:p>
          <a:p>
            <a:r>
              <a:rPr lang="zh-CN" altLang="en-US"/>
              <a:t>在右侧选取需要的</a:t>
            </a:r>
            <a:r>
              <a:rPr lang="en-US" altLang="zh-CN"/>
              <a:t>X</a:t>
            </a:r>
            <a:r>
              <a:rPr lang="zh-CN" altLang="en-US"/>
              <a:t>和</a:t>
            </a:r>
            <a:r>
              <a:rPr lang="en-US" altLang="zh-CN"/>
              <a:t>Y</a:t>
            </a:r>
            <a:r>
              <a:rPr lang="zh-CN" altLang="en-US"/>
              <a:t>列（已过滤非数值列），再在左下角选择需要的类型</a:t>
            </a:r>
            <a:r>
              <a:rPr lang="zh-CN" altLang="en-US"/>
              <a:t>即可</a:t>
            </a:r>
            <a:endParaRPr lang="zh-CN" altLang="en-US"/>
          </a:p>
        </p:txBody>
      </p:sp>
      <p:pic>
        <p:nvPicPr>
          <p:cNvPr id="3" name="图片 2" descr="屏幕截图 2026-06-04 2245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990725"/>
            <a:ext cx="7279640" cy="4587875"/>
          </a:xfrm>
          <a:prstGeom prst="rect">
            <a:avLst/>
          </a:prstGeom>
        </p:spPr>
      </p:pic>
      <p:pic>
        <p:nvPicPr>
          <p:cNvPr id="5" name="图片 4" descr="箭头-拐角-左向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0325" y="5105400"/>
            <a:ext cx="547370" cy="5473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35075" y="4645025"/>
            <a:ext cx="737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点击这里</a:t>
            </a:r>
            <a:r>
              <a:rPr lang="zh-CN" altLang="en-US" sz="1200"/>
              <a:t>绘制</a:t>
            </a:r>
            <a:endParaRPr lang="zh-CN" altLang="en-US" sz="1200"/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934085" y="746760"/>
            <a:ext cx="5684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</a:t>
            </a:r>
            <a:r>
              <a:rPr lang="zh-CN" altLang="en-US"/>
              <a:t>高级统计</a:t>
            </a:r>
            <a:r>
              <a:rPr lang="zh-CN" altLang="en-US"/>
              <a:t>方法</a:t>
            </a:r>
            <a:endParaRPr lang="zh-CN" altLang="en-US"/>
          </a:p>
          <a:p>
            <a:r>
              <a:rPr lang="zh-CN" altLang="en-US"/>
              <a:t>操作与</a:t>
            </a:r>
            <a:r>
              <a:rPr lang="en-US" altLang="zh-CN"/>
              <a:t>4</a:t>
            </a:r>
            <a:r>
              <a:rPr lang="zh-CN" altLang="en-US"/>
              <a:t>相同，点击</a:t>
            </a:r>
            <a:r>
              <a:rPr lang="en-US" altLang="zh-CN"/>
              <a:t>“</a:t>
            </a:r>
            <a:r>
              <a:rPr lang="zh-CN" altLang="en-US"/>
              <a:t>帮助</a:t>
            </a:r>
            <a:r>
              <a:rPr lang="en-US" altLang="zh-CN"/>
              <a:t>”</a:t>
            </a:r>
            <a:r>
              <a:rPr lang="zh-CN" altLang="en-US"/>
              <a:t>可以展示</a:t>
            </a:r>
            <a:r>
              <a:rPr lang="zh-CN" altLang="en-US"/>
              <a:t>部分参数的意义</a:t>
            </a:r>
            <a:endParaRPr lang="en-US" altLang="zh-CN"/>
          </a:p>
        </p:txBody>
      </p:sp>
      <p:pic>
        <p:nvPicPr>
          <p:cNvPr id="3" name="图片 2" descr="屏幕截图 2026-06-04 2245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927860"/>
            <a:ext cx="6955790" cy="43840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49325" y="703580"/>
            <a:ext cx="73266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更新</a:t>
            </a:r>
            <a:r>
              <a:rPr lang="zh-CN" altLang="en-US"/>
              <a:t>日志：</a:t>
            </a:r>
            <a:endParaRPr lang="zh-CN" altLang="en-US"/>
          </a:p>
          <a:p>
            <a:r>
              <a:rPr lang="en-US" altLang="zh-CN"/>
              <a:t>2026.06.02</a:t>
            </a:r>
            <a:r>
              <a:rPr lang="zh-CN" altLang="en-US"/>
              <a:t>：</a:t>
            </a:r>
            <a:r>
              <a:rPr lang="en-US" altLang="zh-CN"/>
              <a:t>V3.0.0</a:t>
            </a:r>
            <a:r>
              <a:rPr lang="zh-CN" altLang="en-US"/>
              <a:t>上线，包含基础</a:t>
            </a:r>
            <a:r>
              <a:rPr lang="zh-CN" altLang="en-US"/>
              <a:t>功能</a:t>
            </a:r>
            <a:endParaRPr lang="zh-CN" altLang="en-US"/>
          </a:p>
          <a:p>
            <a:r>
              <a:rPr lang="en-US" altLang="zh-CN"/>
              <a:t>2026.09.08</a:t>
            </a:r>
            <a:r>
              <a:rPr lang="zh-CN" altLang="en-US"/>
              <a:t>：</a:t>
            </a:r>
            <a:r>
              <a:rPr lang="en-US" altLang="zh-CN"/>
              <a:t>V3.1.0,</a:t>
            </a:r>
            <a:r>
              <a:rPr lang="zh-CN" altLang="en-US"/>
              <a:t>新增散点图的彩色绘制</a:t>
            </a:r>
            <a:r>
              <a:rPr lang="zh-CN" altLang="en-US"/>
              <a:t>功能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DOCER_RESOURCE_TRACE_INFO" val="{&quot;id&quot;:&quot;50062299&quot;,&quot;origin&quot;:0,&quot;type&quot;:&quot;icons&quot;,&quot;user&quot;:&quot;1729763635&quot;}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62299],&quot;65&quot;:[20205081]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resource_record_key" val="{&quot;10&quot;:[5006229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WPS 演示</Application>
  <PresentationFormat>宽屏</PresentationFormat>
  <Paragraphs>31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WPS_1755949099</cp:lastModifiedBy>
  <cp:revision>158</cp:revision>
  <dcterms:created xsi:type="dcterms:W3CDTF">2019-06-19T02:08:00Z</dcterms:created>
  <dcterms:modified xsi:type="dcterms:W3CDTF">2026-09-08T15:32:03Z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607FE8844B964307BBC0571E13BB3796_11</vt:lpwstr>
  </property>
</Properties>
</file>